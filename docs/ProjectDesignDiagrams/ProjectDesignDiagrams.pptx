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6858000" cy="1219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6" autoAdjust="0"/>
    <p:restoredTop sz="94660"/>
  </p:normalViewPr>
  <p:slideViewPr>
    <p:cSldViewPr snapToGrid="0">
      <p:cViewPr varScale="1">
        <p:scale>
          <a:sx n="57" d="100"/>
          <a:sy n="57" d="100"/>
        </p:scale>
        <p:origin x="353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995312"/>
            <a:ext cx="5829300" cy="4244622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6403623"/>
            <a:ext cx="5143500" cy="2943577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2ADB5-A607-4434-A170-49B20D0F2AF8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A988F-5443-4880-B42F-2FDAAB826D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83201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2ADB5-A607-4434-A170-49B20D0F2AF8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A988F-5443-4880-B42F-2FDAAB826D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77789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3039537"/>
            <a:ext cx="5915025" cy="5071532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8159048"/>
            <a:ext cx="5915025" cy="266699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2ADB5-A607-4434-A170-49B20D0F2AF8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A988F-5443-4880-B42F-2FDAAB826D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01789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3245556"/>
            <a:ext cx="2914650" cy="77357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3245556"/>
            <a:ext cx="2914650" cy="77357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2ADB5-A607-4434-A170-49B20D0F2AF8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A988F-5443-4880-B42F-2FDAAB826D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32254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49114"/>
            <a:ext cx="5915025" cy="23565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988734"/>
            <a:ext cx="2901255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4453467"/>
            <a:ext cx="2901255" cy="65503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988734"/>
            <a:ext cx="2915543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4453467"/>
            <a:ext cx="2915543" cy="65503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2ADB5-A607-4434-A170-49B20D0F2AF8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A988F-5443-4880-B42F-2FDAAB826D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9149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2ADB5-A607-4434-A170-49B20D0F2AF8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A988F-5443-4880-B42F-2FDAAB826D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5851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2ADB5-A607-4434-A170-49B20D0F2AF8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A988F-5443-4880-B42F-2FDAAB826D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1414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755425"/>
            <a:ext cx="3471863" cy="8664222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2ADB5-A607-4434-A170-49B20D0F2AF8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A988F-5443-4880-B42F-2FDAAB826D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52189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755425"/>
            <a:ext cx="3471863" cy="8664222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2ADB5-A607-4434-A170-49B20D0F2AF8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A988F-5443-4880-B42F-2FDAAB826D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028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2ADB5-A607-4434-A170-49B20D0F2AF8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A988F-5443-4880-B42F-2FDAAB826D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11756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649111"/>
            <a:ext cx="1478756" cy="103321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649111"/>
            <a:ext cx="4350544" cy="103321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62ADB5-A607-4434-A170-49B20D0F2AF8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7A988F-5443-4880-B42F-2FDAAB826D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48332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649114"/>
            <a:ext cx="5915025" cy="235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3245556"/>
            <a:ext cx="5915025" cy="7735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362ADB5-A607-4434-A170-49B20D0F2AF8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11300181"/>
            <a:ext cx="2314575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7A988F-5443-4880-B42F-2FDAAB826D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20997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B277D7-8F87-5AE7-FD7E-4004356ED0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011083D-B482-6216-8A4D-DA26E8DCB6BA}"/>
              </a:ext>
            </a:extLst>
          </p:cNvPr>
          <p:cNvSpPr/>
          <p:nvPr/>
        </p:nvSpPr>
        <p:spPr>
          <a:xfrm>
            <a:off x="3115733" y="2235199"/>
            <a:ext cx="1608667" cy="9652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Slide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5700D7D-E1FC-0A4E-D187-D4705873394D}"/>
              </a:ext>
            </a:extLst>
          </p:cNvPr>
          <p:cNvSpPr/>
          <p:nvPr/>
        </p:nvSpPr>
        <p:spPr>
          <a:xfrm>
            <a:off x="3115733" y="2065866"/>
            <a:ext cx="3335867" cy="16933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Track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DC00E3C-6A7B-1747-7358-0D775511B90A}"/>
              </a:ext>
            </a:extLst>
          </p:cNvPr>
          <p:cNvSpPr/>
          <p:nvPr/>
        </p:nvSpPr>
        <p:spPr>
          <a:xfrm>
            <a:off x="4783666" y="2370666"/>
            <a:ext cx="1608667" cy="67733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“DONE!”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F36DE567-4726-C6D2-F487-4E083D2167E5}"/>
              </a:ext>
            </a:extLst>
          </p:cNvPr>
          <p:cNvSpPr/>
          <p:nvPr/>
        </p:nvSpPr>
        <p:spPr>
          <a:xfrm>
            <a:off x="1083734" y="2370666"/>
            <a:ext cx="762001" cy="67733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Btn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174E6A8-DEBA-748F-3BE2-72F37E9DC6F5}"/>
              </a:ext>
            </a:extLst>
          </p:cNvPr>
          <p:cNvSpPr/>
          <p:nvPr/>
        </p:nvSpPr>
        <p:spPr>
          <a:xfrm>
            <a:off x="4842933" y="4047065"/>
            <a:ext cx="1608667" cy="9652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Slide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F5B3BEB-A426-B5A9-4CAC-DB355C3D9DA7}"/>
              </a:ext>
            </a:extLst>
          </p:cNvPr>
          <p:cNvSpPr/>
          <p:nvPr/>
        </p:nvSpPr>
        <p:spPr>
          <a:xfrm>
            <a:off x="3115733" y="3877732"/>
            <a:ext cx="3335867" cy="16933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Track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CE8ABFF-2E21-3349-89FD-6022682C98CC}"/>
              </a:ext>
            </a:extLst>
          </p:cNvPr>
          <p:cNvSpPr/>
          <p:nvPr/>
        </p:nvSpPr>
        <p:spPr>
          <a:xfrm>
            <a:off x="3115733" y="4182532"/>
            <a:ext cx="1608667" cy="67733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“Not Done”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CF8FF9AF-0517-C4FB-C08D-C25A3E99D1CF}"/>
              </a:ext>
            </a:extLst>
          </p:cNvPr>
          <p:cNvSpPr/>
          <p:nvPr/>
        </p:nvSpPr>
        <p:spPr>
          <a:xfrm>
            <a:off x="1083734" y="4182532"/>
            <a:ext cx="762001" cy="67733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Btn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0A6AA06-B24B-D21C-2F7C-291D98118228}"/>
              </a:ext>
            </a:extLst>
          </p:cNvPr>
          <p:cNvSpPr txBox="1"/>
          <p:nvPr/>
        </p:nvSpPr>
        <p:spPr>
          <a:xfrm>
            <a:off x="2116668" y="5777466"/>
            <a:ext cx="28024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prstClr val="black"/>
                </a:solidFill>
                <a:latin typeface="Aptos" panose="02110004020202020204"/>
              </a:rPr>
              <a:t>15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of the above segments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5E9BDFC1-D579-2803-2A4E-BAF4F7997EDA}"/>
              </a:ext>
            </a:extLst>
          </p:cNvPr>
          <p:cNvSpPr/>
          <p:nvPr/>
        </p:nvSpPr>
        <p:spPr>
          <a:xfrm>
            <a:off x="2116668" y="1974333"/>
            <a:ext cx="1151466" cy="369333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Motor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26909CA5-D781-52FA-5B0B-39AF39548031}"/>
              </a:ext>
            </a:extLst>
          </p:cNvPr>
          <p:cNvSpPr/>
          <p:nvPr/>
        </p:nvSpPr>
        <p:spPr>
          <a:xfrm>
            <a:off x="2074335" y="3764000"/>
            <a:ext cx="1151466" cy="369333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Motor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1C4FE19-6510-85B8-7D2E-7FCF5A74CAE9}"/>
              </a:ext>
            </a:extLst>
          </p:cNvPr>
          <p:cNvSpPr/>
          <p:nvPr/>
        </p:nvSpPr>
        <p:spPr>
          <a:xfrm>
            <a:off x="-3945465" y="1818304"/>
            <a:ext cx="2416628" cy="833790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Arduino Controller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0F689F0-5081-F015-529E-CC60F55E34B1}"/>
              </a:ext>
            </a:extLst>
          </p:cNvPr>
          <p:cNvCxnSpPr>
            <a:stCxn id="21" idx="2"/>
            <a:endCxn id="23" idx="3"/>
          </p:cNvCxnSpPr>
          <p:nvPr/>
        </p:nvCxnSpPr>
        <p:spPr>
          <a:xfrm flipH="1" flipV="1">
            <a:off x="-1528837" y="2235199"/>
            <a:ext cx="3603172" cy="1713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0EF5FE2-B296-C4AE-5AA8-E1D9F78FB0CE}"/>
              </a:ext>
            </a:extLst>
          </p:cNvPr>
          <p:cNvCxnSpPr>
            <a:cxnSpLocks/>
            <a:stCxn id="18" idx="2"/>
            <a:endCxn id="23" idx="3"/>
          </p:cNvCxnSpPr>
          <p:nvPr/>
        </p:nvCxnSpPr>
        <p:spPr>
          <a:xfrm flipH="1" flipV="1">
            <a:off x="-1528837" y="2235199"/>
            <a:ext cx="2612571" cy="2286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84907D24-D6F4-5823-EFC2-860BF49644B1}"/>
              </a:ext>
            </a:extLst>
          </p:cNvPr>
          <p:cNvCxnSpPr>
            <a:cxnSpLocks/>
            <a:stCxn id="13" idx="2"/>
            <a:endCxn id="23" idx="3"/>
          </p:cNvCxnSpPr>
          <p:nvPr/>
        </p:nvCxnSpPr>
        <p:spPr>
          <a:xfrm flipH="1" flipV="1">
            <a:off x="-1528837" y="2235199"/>
            <a:ext cx="2612571" cy="4741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58CE53D-58D8-1945-CEA5-070618F281A4}"/>
              </a:ext>
            </a:extLst>
          </p:cNvPr>
          <p:cNvCxnSpPr>
            <a:cxnSpLocks/>
            <a:stCxn id="19" idx="2"/>
            <a:endCxn id="23" idx="3"/>
          </p:cNvCxnSpPr>
          <p:nvPr/>
        </p:nvCxnSpPr>
        <p:spPr>
          <a:xfrm flipH="1">
            <a:off x="-1528837" y="2159000"/>
            <a:ext cx="3645505" cy="761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828E0A70-7312-315F-AC91-732F76686A45}"/>
              </a:ext>
            </a:extLst>
          </p:cNvPr>
          <p:cNvSpPr/>
          <p:nvPr/>
        </p:nvSpPr>
        <p:spPr>
          <a:xfrm>
            <a:off x="-5401731" y="1818304"/>
            <a:ext cx="956734" cy="833790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prstClr val="white"/>
                </a:solidFill>
                <a:latin typeface="Aptos" panose="02110004020202020204"/>
              </a:rPr>
              <a:t>ESP32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9B934E3-B971-A613-B0C8-0A8F5B9A4C48}"/>
              </a:ext>
            </a:extLst>
          </p:cNvPr>
          <p:cNvCxnSpPr>
            <a:cxnSpLocks/>
            <a:stCxn id="27" idx="3"/>
            <a:endCxn id="23" idx="1"/>
          </p:cNvCxnSpPr>
          <p:nvPr/>
        </p:nvCxnSpPr>
        <p:spPr>
          <a:xfrm>
            <a:off x="-4444997" y="2235199"/>
            <a:ext cx="499532" cy="0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5E66366F-A8D5-18B0-FF43-883F9818128C}"/>
              </a:ext>
            </a:extLst>
          </p:cNvPr>
          <p:cNvCxnSpPr>
            <a:cxnSpLocks/>
            <a:stCxn id="27" idx="2"/>
            <a:endCxn id="40" idx="0"/>
          </p:cNvCxnSpPr>
          <p:nvPr/>
        </p:nvCxnSpPr>
        <p:spPr>
          <a:xfrm>
            <a:off x="-4923364" y="2652094"/>
            <a:ext cx="0" cy="561181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397432BA-3B55-F256-05AE-3E2F6DFF3F03}"/>
              </a:ext>
            </a:extLst>
          </p:cNvPr>
          <p:cNvSpPr/>
          <p:nvPr/>
        </p:nvSpPr>
        <p:spPr>
          <a:xfrm>
            <a:off x="-6131678" y="3213275"/>
            <a:ext cx="2416628" cy="833790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prstClr val="white"/>
                </a:solidFill>
                <a:latin typeface="Aptos" panose="02110004020202020204"/>
              </a:rPr>
              <a:t>Web Application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213260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29</TotalTime>
  <Words>25</Words>
  <Application>Microsoft Office PowerPoint</Application>
  <PresentationFormat>Widescreen</PresentationFormat>
  <Paragraphs>14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Playforth, Mitchell L.</dc:creator>
  <cp:lastModifiedBy>Playforth, Mitchell L.</cp:lastModifiedBy>
  <cp:revision>11</cp:revision>
  <dcterms:created xsi:type="dcterms:W3CDTF">2026-01-15T22:30:35Z</dcterms:created>
  <dcterms:modified xsi:type="dcterms:W3CDTF">2026-02-01T05:42:22Z</dcterms:modified>
</cp:coreProperties>
</file>