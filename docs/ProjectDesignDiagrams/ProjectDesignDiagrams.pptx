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</p:sldIdLst>
  <p:sldSz cx="16256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6" autoAdjust="0"/>
    <p:restoredTop sz="94660"/>
  </p:normalViewPr>
  <p:slideViewPr>
    <p:cSldViewPr snapToGrid="0">
      <p:cViewPr>
        <p:scale>
          <a:sx n="33" d="100"/>
          <a:sy n="33" d="100"/>
        </p:scale>
        <p:origin x="3096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1995312"/>
            <a:ext cx="13817600" cy="4244622"/>
          </a:xfrm>
        </p:spPr>
        <p:txBody>
          <a:bodyPr anchor="b"/>
          <a:lstStyle>
            <a:lvl1pPr algn="ctr">
              <a:defRPr sz="106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6403623"/>
            <a:ext cx="12192000" cy="2943577"/>
          </a:xfrm>
        </p:spPr>
        <p:txBody>
          <a:bodyPr/>
          <a:lstStyle>
            <a:lvl1pPr marL="0" indent="0" algn="ctr">
              <a:buNone/>
              <a:defRPr sz="4267"/>
            </a:lvl1pPr>
            <a:lvl2pPr marL="812810" indent="0" algn="ctr">
              <a:buNone/>
              <a:defRPr sz="3556"/>
            </a:lvl2pPr>
            <a:lvl3pPr marL="1625620" indent="0" algn="ctr">
              <a:buNone/>
              <a:defRPr sz="3200"/>
            </a:lvl3pPr>
            <a:lvl4pPr marL="2438430" indent="0" algn="ctr">
              <a:buNone/>
              <a:defRPr sz="2844"/>
            </a:lvl4pPr>
            <a:lvl5pPr marL="3251241" indent="0" algn="ctr">
              <a:buNone/>
              <a:defRPr sz="2844"/>
            </a:lvl5pPr>
            <a:lvl6pPr marL="4064051" indent="0" algn="ctr">
              <a:buNone/>
              <a:defRPr sz="2844"/>
            </a:lvl6pPr>
            <a:lvl7pPr marL="4876861" indent="0" algn="ctr">
              <a:buNone/>
              <a:defRPr sz="2844"/>
            </a:lvl7pPr>
            <a:lvl8pPr marL="5689671" indent="0" algn="ctr">
              <a:buNone/>
              <a:defRPr sz="2844"/>
            </a:lvl8pPr>
            <a:lvl9pPr marL="6502481" indent="0" algn="ctr">
              <a:buNone/>
              <a:defRPr sz="284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93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305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4" y="3039537"/>
            <a:ext cx="14020800" cy="5071532"/>
          </a:xfrm>
        </p:spPr>
        <p:txBody>
          <a:bodyPr anchor="b"/>
          <a:lstStyle>
            <a:lvl1pPr>
              <a:defRPr sz="106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4" y="8159048"/>
            <a:ext cx="14020800" cy="2666999"/>
          </a:xfrm>
        </p:spPr>
        <p:txBody>
          <a:bodyPr/>
          <a:lstStyle>
            <a:lvl1pPr marL="0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1pPr>
            <a:lvl2pPr marL="812810" indent="0">
              <a:buNone/>
              <a:defRPr sz="3556">
                <a:solidFill>
                  <a:schemeClr val="tx1">
                    <a:tint val="82000"/>
                  </a:schemeClr>
                </a:solidFill>
              </a:defRPr>
            </a:lvl2pPr>
            <a:lvl3pPr marL="162562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3pPr>
            <a:lvl4pPr marL="2438430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4pPr>
            <a:lvl5pPr marL="3251241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5pPr>
            <a:lvl6pPr marL="4064051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6pPr>
            <a:lvl7pPr marL="4876861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7pPr>
            <a:lvl8pPr marL="5689671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8pPr>
            <a:lvl9pPr marL="6502481" indent="0">
              <a:buNone/>
              <a:defRPr sz="28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90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3245556"/>
            <a:ext cx="690880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3245556"/>
            <a:ext cx="690880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97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649114"/>
            <a:ext cx="14020800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9" y="2988734"/>
            <a:ext cx="6877049" cy="146473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9" y="4453467"/>
            <a:ext cx="6877049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1" y="2988734"/>
            <a:ext cx="6910917" cy="146473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1" y="4453467"/>
            <a:ext cx="6910917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2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2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384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812800"/>
            <a:ext cx="5242983" cy="28448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755425"/>
            <a:ext cx="8229600" cy="8664222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7" y="3657600"/>
            <a:ext cx="5242983" cy="6776156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58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812800"/>
            <a:ext cx="5242983" cy="28448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917" y="1755425"/>
            <a:ext cx="8229600" cy="8664222"/>
          </a:xfrm>
        </p:spPr>
        <p:txBody>
          <a:bodyPr anchor="t"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7" y="3657600"/>
            <a:ext cx="5242983" cy="6776156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0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71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1" y="649111"/>
            <a:ext cx="3505200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1" y="649111"/>
            <a:ext cx="10312400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058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649114"/>
            <a:ext cx="14020800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3245556"/>
            <a:ext cx="14020800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11300181"/>
            <a:ext cx="36576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2ADB5-A607-4434-A170-49B20D0F2AF8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11300181"/>
            <a:ext cx="54864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11300181"/>
            <a:ext cx="36576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772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625620" rtl="0" eaLnBrk="1" latinLnBrk="0" hangingPunct="1">
        <a:lnSpc>
          <a:spcPct val="90000"/>
        </a:lnSpc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6405" indent="-406405" algn="l" defTabSz="1625620" rtl="0" eaLnBrk="1" latinLnBrk="0" hangingPunct="1">
        <a:lnSpc>
          <a:spcPct val="90000"/>
        </a:lnSpc>
        <a:spcBef>
          <a:spcPts val="1778"/>
        </a:spcBef>
        <a:buFont typeface="Arial" panose="020B0604020202020204" pitchFamily="34" charset="0"/>
        <a:buChar char="•"/>
        <a:defRPr sz="4978" kern="1200">
          <a:solidFill>
            <a:schemeClr val="tx1"/>
          </a:solidFill>
          <a:latin typeface="+mn-lt"/>
          <a:ea typeface="+mn-ea"/>
          <a:cs typeface="+mn-cs"/>
        </a:defRPr>
      </a:lvl1pPr>
      <a:lvl2pPr marL="1219215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277D7-8F87-5AE7-FD7E-4004356ED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11083D-B482-6216-8A4D-DA26E8DCB6BA}"/>
              </a:ext>
            </a:extLst>
          </p:cNvPr>
          <p:cNvSpPr/>
          <p:nvPr/>
        </p:nvSpPr>
        <p:spPr>
          <a:xfrm>
            <a:off x="7385442" y="-3055528"/>
            <a:ext cx="3813137" cy="22878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Slide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700D7D-E1FC-0A4E-D187-D4705873394D}"/>
              </a:ext>
            </a:extLst>
          </p:cNvPr>
          <p:cNvSpPr/>
          <p:nvPr/>
        </p:nvSpPr>
        <p:spPr>
          <a:xfrm>
            <a:off x="7385443" y="-3456909"/>
            <a:ext cx="7907240" cy="4013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Track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C00E3C-6A7B-1747-7358-0D775511B90A}"/>
              </a:ext>
            </a:extLst>
          </p:cNvPr>
          <p:cNvSpPr/>
          <p:nvPr/>
        </p:nvSpPr>
        <p:spPr>
          <a:xfrm>
            <a:off x="11339061" y="-2734421"/>
            <a:ext cx="3813137" cy="16055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“DONE!”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6DE567-4726-C6D2-F487-4E083D2167E5}"/>
              </a:ext>
            </a:extLst>
          </p:cNvPr>
          <p:cNvSpPr/>
          <p:nvPr/>
        </p:nvSpPr>
        <p:spPr>
          <a:xfrm>
            <a:off x="2568852" y="-2734421"/>
            <a:ext cx="1806225" cy="16055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 err="1">
                <a:solidFill>
                  <a:prstClr val="black"/>
                </a:solidFill>
                <a:latin typeface="Aptos" panose="02110004020202020204"/>
              </a:rPr>
              <a:t>Btn</a:t>
            </a:r>
            <a:endParaRPr lang="en-US" sz="4267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74E6A8-DEBA-748F-3BE2-72F37E9DC6F5}"/>
              </a:ext>
            </a:extLst>
          </p:cNvPr>
          <p:cNvSpPr/>
          <p:nvPr/>
        </p:nvSpPr>
        <p:spPr>
          <a:xfrm>
            <a:off x="11479546" y="1239265"/>
            <a:ext cx="3813137" cy="22878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Slide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5B3BEB-A426-B5A9-4CAC-DB355C3D9DA7}"/>
              </a:ext>
            </a:extLst>
          </p:cNvPr>
          <p:cNvSpPr/>
          <p:nvPr/>
        </p:nvSpPr>
        <p:spPr>
          <a:xfrm>
            <a:off x="7385443" y="837884"/>
            <a:ext cx="7907240" cy="4013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Track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E8ABFF-2E21-3349-89FD-6022682C98CC}"/>
              </a:ext>
            </a:extLst>
          </p:cNvPr>
          <p:cNvSpPr/>
          <p:nvPr/>
        </p:nvSpPr>
        <p:spPr>
          <a:xfrm>
            <a:off x="7385442" y="1560372"/>
            <a:ext cx="3813137" cy="16055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“Not Done”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8FF9AF-0517-C4FB-C08D-C25A3E99D1CF}"/>
              </a:ext>
            </a:extLst>
          </p:cNvPr>
          <p:cNvSpPr/>
          <p:nvPr/>
        </p:nvSpPr>
        <p:spPr>
          <a:xfrm>
            <a:off x="2568852" y="1560372"/>
            <a:ext cx="1806225" cy="16055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 err="1">
                <a:solidFill>
                  <a:prstClr val="black"/>
                </a:solidFill>
                <a:latin typeface="Aptos" panose="02110004020202020204"/>
              </a:rPr>
              <a:t>Btn</a:t>
            </a:r>
            <a:endParaRPr lang="en-US" sz="4267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6AA06-B24B-D21C-2F7C-291D98118228}"/>
              </a:ext>
            </a:extLst>
          </p:cNvPr>
          <p:cNvSpPr txBox="1"/>
          <p:nvPr/>
        </p:nvSpPr>
        <p:spPr>
          <a:xfrm>
            <a:off x="5017288" y="5340957"/>
            <a:ext cx="6642885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083747">
              <a:defRPr/>
            </a:pPr>
            <a:r>
              <a:rPr lang="en-US" sz="4267" dirty="0">
                <a:solidFill>
                  <a:prstClr val="black"/>
                </a:solidFill>
                <a:latin typeface="Aptos" panose="02110004020202020204"/>
              </a:rPr>
              <a:t>15 of the above segments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E9BDFC1-D579-2803-2A4E-BAF4F7997EDA}"/>
              </a:ext>
            </a:extLst>
          </p:cNvPr>
          <p:cNvSpPr/>
          <p:nvPr/>
        </p:nvSpPr>
        <p:spPr>
          <a:xfrm>
            <a:off x="5017287" y="-3673876"/>
            <a:ext cx="2729401" cy="87545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white"/>
                </a:solidFill>
                <a:latin typeface="Aptos" panose="02110004020202020204"/>
              </a:rPr>
              <a:t>Motor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6909CA5-D781-52FA-5B0B-39AF39548031}"/>
              </a:ext>
            </a:extLst>
          </p:cNvPr>
          <p:cNvSpPr/>
          <p:nvPr/>
        </p:nvSpPr>
        <p:spPr>
          <a:xfrm>
            <a:off x="4916942" y="568297"/>
            <a:ext cx="2729401" cy="87545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white"/>
                </a:solidFill>
                <a:latin typeface="Aptos" panose="02110004020202020204"/>
              </a:rPr>
              <a:t>Motor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C4FE19-6510-85B8-7D2E-7FCF5A74CAE9}"/>
              </a:ext>
            </a:extLst>
          </p:cNvPr>
          <p:cNvSpPr/>
          <p:nvPr/>
        </p:nvSpPr>
        <p:spPr>
          <a:xfrm>
            <a:off x="-9352213" y="-4043724"/>
            <a:ext cx="5728303" cy="19763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white"/>
                </a:solidFill>
                <a:latin typeface="Aptos" panose="02110004020202020204"/>
              </a:rPr>
              <a:t>Arduino Controller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0F689F0-5081-F015-529E-CC60F55E34B1}"/>
              </a:ext>
            </a:extLst>
          </p:cNvPr>
          <p:cNvCxnSpPr>
            <a:stCxn id="21" idx="2"/>
            <a:endCxn id="23" idx="3"/>
          </p:cNvCxnSpPr>
          <p:nvPr/>
        </p:nvCxnSpPr>
        <p:spPr>
          <a:xfrm flipH="1" flipV="1">
            <a:off x="-3623910" y="-3055528"/>
            <a:ext cx="8540852" cy="4061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F5FE2-B296-C4AE-5AA8-E1D9F78FB0CE}"/>
              </a:ext>
            </a:extLst>
          </p:cNvPr>
          <p:cNvCxnSpPr>
            <a:cxnSpLocks/>
            <a:stCxn id="18" idx="2"/>
            <a:endCxn id="23" idx="3"/>
          </p:cNvCxnSpPr>
          <p:nvPr/>
        </p:nvCxnSpPr>
        <p:spPr>
          <a:xfrm flipH="1" flipV="1">
            <a:off x="-3623909" y="-3055528"/>
            <a:ext cx="6192761" cy="5418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4907D24-D6F4-5823-EFC2-860BF49644B1}"/>
              </a:ext>
            </a:extLst>
          </p:cNvPr>
          <p:cNvCxnSpPr>
            <a:cxnSpLocks/>
            <a:stCxn id="13" idx="2"/>
            <a:endCxn id="23" idx="3"/>
          </p:cNvCxnSpPr>
          <p:nvPr/>
        </p:nvCxnSpPr>
        <p:spPr>
          <a:xfrm flipH="1" flipV="1">
            <a:off x="-3623909" y="-3055528"/>
            <a:ext cx="6192761" cy="1123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8CE53D-58D8-1945-CEA5-070618F281A4}"/>
              </a:ext>
            </a:extLst>
          </p:cNvPr>
          <p:cNvCxnSpPr>
            <a:cxnSpLocks/>
            <a:stCxn id="19" idx="2"/>
            <a:endCxn id="23" idx="3"/>
          </p:cNvCxnSpPr>
          <p:nvPr/>
        </p:nvCxnSpPr>
        <p:spPr>
          <a:xfrm flipH="1">
            <a:off x="-3623909" y="-3236147"/>
            <a:ext cx="8641197" cy="180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28E0A70-7312-315F-AC91-732F76686A45}"/>
              </a:ext>
            </a:extLst>
          </p:cNvPr>
          <p:cNvSpPr/>
          <p:nvPr/>
        </p:nvSpPr>
        <p:spPr>
          <a:xfrm>
            <a:off x="-12804103" y="-4043724"/>
            <a:ext cx="2267814" cy="19763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white"/>
                </a:solidFill>
                <a:latin typeface="Aptos" panose="02110004020202020204"/>
              </a:rPr>
              <a:t>ESP32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9B934E3-B971-A613-B0C8-0A8F5B9A4C48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-10536289" y="-3055528"/>
            <a:ext cx="1184076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E66366F-A8D5-18B0-FF43-883F9818128C}"/>
              </a:ext>
            </a:extLst>
          </p:cNvPr>
          <p:cNvCxnSpPr>
            <a:cxnSpLocks/>
            <a:stCxn id="27" idx="2"/>
            <a:endCxn id="40" idx="0"/>
          </p:cNvCxnSpPr>
          <p:nvPr/>
        </p:nvCxnSpPr>
        <p:spPr>
          <a:xfrm>
            <a:off x="-11670196" y="-2067332"/>
            <a:ext cx="0" cy="133020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97432BA-3B55-F256-05AE-3E2F6DFF3F03}"/>
              </a:ext>
            </a:extLst>
          </p:cNvPr>
          <p:cNvSpPr/>
          <p:nvPr/>
        </p:nvSpPr>
        <p:spPr>
          <a:xfrm>
            <a:off x="-14534347" y="-737126"/>
            <a:ext cx="5728303" cy="19763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83747">
              <a:defRPr/>
            </a:pPr>
            <a:r>
              <a:rPr lang="en-US" sz="4267" dirty="0">
                <a:solidFill>
                  <a:prstClr val="white"/>
                </a:solidFill>
                <a:latin typeface="Aptos" panose="02110004020202020204"/>
              </a:rPr>
              <a:t>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2121326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08B7F2-0052-098C-69C4-B4A71CE10609}"/>
              </a:ext>
            </a:extLst>
          </p:cNvPr>
          <p:cNvSpPr/>
          <p:nvPr/>
        </p:nvSpPr>
        <p:spPr>
          <a:xfrm>
            <a:off x="2910028" y="4370053"/>
            <a:ext cx="4174379" cy="192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Node.js Server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00D2712-75D5-62D6-99A8-98E0DA72AB16}"/>
              </a:ext>
            </a:extLst>
          </p:cNvPr>
          <p:cNvSpPr/>
          <p:nvPr/>
        </p:nvSpPr>
        <p:spPr>
          <a:xfrm>
            <a:off x="3211062" y="-7270043"/>
            <a:ext cx="3572305" cy="18865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Web User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FFD642-AD8E-9539-C917-143E084430FC}"/>
              </a:ext>
            </a:extLst>
          </p:cNvPr>
          <p:cNvSpPr/>
          <p:nvPr/>
        </p:nvSpPr>
        <p:spPr>
          <a:xfrm>
            <a:off x="2588918" y="-1068683"/>
            <a:ext cx="4816593" cy="14851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To-Do list Website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E91158-299E-6AAB-7EFD-7C51026C43B0}"/>
              </a:ext>
            </a:extLst>
          </p:cNvPr>
          <p:cNvSpPr/>
          <p:nvPr/>
        </p:nvSpPr>
        <p:spPr>
          <a:xfrm>
            <a:off x="2608992" y="14244072"/>
            <a:ext cx="4816590" cy="192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 err="1"/>
              <a:t>Sql</a:t>
            </a:r>
            <a:r>
              <a:rPr lang="en-US" sz="4267" dirty="0"/>
              <a:t> Database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4864908-1B40-71FA-2B6D-5AD0D1D9A19A}"/>
              </a:ext>
            </a:extLst>
          </p:cNvPr>
          <p:cNvCxnSpPr>
            <a:stCxn id="5" idx="4"/>
            <a:endCxn id="6" idx="0"/>
          </p:cNvCxnSpPr>
          <p:nvPr/>
        </p:nvCxnSpPr>
        <p:spPr>
          <a:xfrm>
            <a:off x="4997215" y="-5383545"/>
            <a:ext cx="0" cy="4314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5B87F2-49E3-600E-3268-CA7B9EDBB3B7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4997216" y="416432"/>
            <a:ext cx="2" cy="39536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11FF52-137F-3651-CE40-4539AC4A527A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997215" y="6296691"/>
            <a:ext cx="20072" cy="30103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7909B2B-4DCF-32B3-B3E5-38B89930146E}"/>
              </a:ext>
            </a:extLst>
          </p:cNvPr>
          <p:cNvSpPr/>
          <p:nvPr/>
        </p:nvSpPr>
        <p:spPr>
          <a:xfrm>
            <a:off x="2608992" y="9307063"/>
            <a:ext cx="4816590" cy="192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Database Controller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B1FDC8-9C26-AD4C-B08B-8606D3D3DD0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5017287" y="11233701"/>
            <a:ext cx="0" cy="30103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B6D6608-1B4F-7F01-4196-CDD263D9F8BA}"/>
              </a:ext>
            </a:extLst>
          </p:cNvPr>
          <p:cNvSpPr/>
          <p:nvPr/>
        </p:nvSpPr>
        <p:spPr>
          <a:xfrm>
            <a:off x="11238717" y="9347201"/>
            <a:ext cx="3572305" cy="18865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Web User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BC38C3-39D6-66D2-F3B1-AA5AE7F86F20}"/>
              </a:ext>
            </a:extLst>
          </p:cNvPr>
          <p:cNvCxnSpPr>
            <a:stCxn id="2" idx="3"/>
            <a:endCxn id="15" idx="2"/>
          </p:cNvCxnSpPr>
          <p:nvPr/>
        </p:nvCxnSpPr>
        <p:spPr>
          <a:xfrm>
            <a:off x="7425582" y="10270382"/>
            <a:ext cx="3813137" cy="200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802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008EC-CC5D-C411-4529-08B51D151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2414E3-0641-4A5D-0A1B-3B07CD017EEC}"/>
              </a:ext>
            </a:extLst>
          </p:cNvPr>
          <p:cNvSpPr/>
          <p:nvPr/>
        </p:nvSpPr>
        <p:spPr>
          <a:xfrm>
            <a:off x="4626807" y="7899012"/>
            <a:ext cx="4174379" cy="192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Node.js Server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F8478F3-DEA3-8C31-CB3C-0384B3D71909}"/>
              </a:ext>
            </a:extLst>
          </p:cNvPr>
          <p:cNvSpPr/>
          <p:nvPr/>
        </p:nvSpPr>
        <p:spPr>
          <a:xfrm>
            <a:off x="323073" y="3544470"/>
            <a:ext cx="3572305" cy="18865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Clients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B403A9-9824-5515-7628-6D1606051C40}"/>
              </a:ext>
            </a:extLst>
          </p:cNvPr>
          <p:cNvSpPr/>
          <p:nvPr/>
        </p:nvSpPr>
        <p:spPr>
          <a:xfrm>
            <a:off x="7322357" y="1128059"/>
            <a:ext cx="4816593" cy="14851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To-Do list Website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4945DE-5B4C-CDA2-45A2-AA2464ACA48F}"/>
              </a:ext>
            </a:extLst>
          </p:cNvPr>
          <p:cNvSpPr/>
          <p:nvPr/>
        </p:nvSpPr>
        <p:spPr>
          <a:xfrm>
            <a:off x="10894662" y="7899012"/>
            <a:ext cx="4816590" cy="192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267" dirty="0"/>
              <a:t>SQL Database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BA5E49-BD5E-4F0C-1851-6C0AF4D5C5F7}"/>
              </a:ext>
            </a:extLst>
          </p:cNvPr>
          <p:cNvCxnSpPr>
            <a:cxnSpLocks/>
            <a:stCxn id="5" idx="6"/>
            <a:endCxn id="6" idx="1"/>
          </p:cNvCxnSpPr>
          <p:nvPr/>
        </p:nvCxnSpPr>
        <p:spPr>
          <a:xfrm flipV="1">
            <a:off x="3895378" y="1870617"/>
            <a:ext cx="3426979" cy="26171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89293D-ED07-7A85-178E-310BCD698433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3929228" y="4581437"/>
            <a:ext cx="2784769" cy="33175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85F626-0F66-1FCA-1EDF-8CCC2DD1ADE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8801186" y="8862330"/>
            <a:ext cx="209347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66364FA-61EC-7197-CF9C-65BD1D79C0BE}"/>
              </a:ext>
            </a:extLst>
          </p:cNvPr>
          <p:cNvSpPr txBox="1"/>
          <p:nvPr/>
        </p:nvSpPr>
        <p:spPr>
          <a:xfrm rot="19319609">
            <a:off x="3252476" y="2140505"/>
            <a:ext cx="481659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67" dirty="0"/>
              <a:t>nginx Web Server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9074DB-C738-A71A-9AA5-3127A283B5C8}"/>
              </a:ext>
            </a:extLst>
          </p:cNvPr>
          <p:cNvSpPr txBox="1"/>
          <p:nvPr/>
        </p:nvSpPr>
        <p:spPr>
          <a:xfrm rot="2925070">
            <a:off x="4114514" y="5597881"/>
            <a:ext cx="3092513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 err="1"/>
              <a:t>Websockets</a:t>
            </a:r>
            <a:endParaRPr lang="en-US" sz="4267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173884-8AD2-4FB2-24A0-D605CF64986A}"/>
              </a:ext>
            </a:extLst>
          </p:cNvPr>
          <p:cNvSpPr txBox="1"/>
          <p:nvPr/>
        </p:nvSpPr>
        <p:spPr>
          <a:xfrm>
            <a:off x="8918700" y="8006177"/>
            <a:ext cx="1623906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 err="1"/>
              <a:t>MySql</a:t>
            </a:r>
            <a:endParaRPr lang="en-US" sz="4267" dirty="0"/>
          </a:p>
        </p:txBody>
      </p:sp>
    </p:spTree>
    <p:extLst>
      <p:ext uri="{BB962C8B-B14F-4D97-AF65-F5344CB8AC3E}">
        <p14:creationId xmlns:p14="http://schemas.microsoft.com/office/powerpoint/2010/main" val="997047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55</Words>
  <Application>Microsoft Office PowerPoint</Application>
  <PresentationFormat>Custom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Playforth, Mitchell L.</dc:creator>
  <cp:lastModifiedBy>Playforth, Mitchell L.</cp:lastModifiedBy>
  <cp:revision>17</cp:revision>
  <dcterms:created xsi:type="dcterms:W3CDTF">2026-01-15T22:30:35Z</dcterms:created>
  <dcterms:modified xsi:type="dcterms:W3CDTF">2026-03-02T20:39:02Z</dcterms:modified>
</cp:coreProperties>
</file>