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6" autoAdjust="0"/>
    <p:restoredTop sz="94660"/>
  </p:normalViewPr>
  <p:slideViewPr>
    <p:cSldViewPr snapToGrid="0">
      <p:cViewPr varScale="1">
        <p:scale>
          <a:sx n="57" d="100"/>
          <a:sy n="57" d="100"/>
        </p:scale>
        <p:origin x="3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ADB5-A607-4434-A170-49B20D0F2AF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988F-5443-4880-B42F-2FDAAB826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20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ADB5-A607-4434-A170-49B20D0F2AF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988F-5443-4880-B42F-2FDAAB826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7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ADB5-A607-4434-A170-49B20D0F2AF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988F-5443-4880-B42F-2FDAAB826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78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ADB5-A607-4434-A170-49B20D0F2AF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988F-5443-4880-B42F-2FDAAB826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2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ADB5-A607-4434-A170-49B20D0F2AF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988F-5443-4880-B42F-2FDAAB826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14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ADB5-A607-4434-A170-49B20D0F2AF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988F-5443-4880-B42F-2FDAAB826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85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ADB5-A607-4434-A170-49B20D0F2AF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988F-5443-4880-B42F-2FDAAB826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41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ADB5-A607-4434-A170-49B20D0F2AF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988F-5443-4880-B42F-2FDAAB826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18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ADB5-A607-4434-A170-49B20D0F2AF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988F-5443-4880-B42F-2FDAAB826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0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ADB5-A607-4434-A170-49B20D0F2AF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988F-5443-4880-B42F-2FDAAB826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7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ADB5-A607-4434-A170-49B20D0F2AF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A988F-5443-4880-B42F-2FDAAB826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3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2ADB5-A607-4434-A170-49B20D0F2AF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A988F-5443-4880-B42F-2FDAAB826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9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277D7-8F87-5AE7-FD7E-4004356E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011083D-B482-6216-8A4D-DA26E8DCB6BA}"/>
              </a:ext>
            </a:extLst>
          </p:cNvPr>
          <p:cNvSpPr/>
          <p:nvPr/>
        </p:nvSpPr>
        <p:spPr>
          <a:xfrm>
            <a:off x="3115733" y="2235199"/>
            <a:ext cx="1608667" cy="965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Slide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700D7D-E1FC-0A4E-D187-D4705873394D}"/>
              </a:ext>
            </a:extLst>
          </p:cNvPr>
          <p:cNvSpPr/>
          <p:nvPr/>
        </p:nvSpPr>
        <p:spPr>
          <a:xfrm>
            <a:off x="3115733" y="2065866"/>
            <a:ext cx="3335867" cy="1693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C00E3C-6A7B-1747-7358-0D775511B90A}"/>
              </a:ext>
            </a:extLst>
          </p:cNvPr>
          <p:cNvSpPr/>
          <p:nvPr/>
        </p:nvSpPr>
        <p:spPr>
          <a:xfrm>
            <a:off x="4783666" y="2370666"/>
            <a:ext cx="1608667" cy="677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“DONE!”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6DE567-4726-C6D2-F487-4E083D2167E5}"/>
              </a:ext>
            </a:extLst>
          </p:cNvPr>
          <p:cNvSpPr/>
          <p:nvPr/>
        </p:nvSpPr>
        <p:spPr>
          <a:xfrm>
            <a:off x="1083734" y="2370666"/>
            <a:ext cx="762001" cy="67733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Btn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74E6A8-DEBA-748F-3BE2-72F37E9DC6F5}"/>
              </a:ext>
            </a:extLst>
          </p:cNvPr>
          <p:cNvSpPr/>
          <p:nvPr/>
        </p:nvSpPr>
        <p:spPr>
          <a:xfrm>
            <a:off x="4842933" y="4047065"/>
            <a:ext cx="1608667" cy="965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Slide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5B3BEB-A426-B5A9-4CAC-DB355C3D9DA7}"/>
              </a:ext>
            </a:extLst>
          </p:cNvPr>
          <p:cNvSpPr/>
          <p:nvPr/>
        </p:nvSpPr>
        <p:spPr>
          <a:xfrm>
            <a:off x="3115733" y="3877732"/>
            <a:ext cx="3335867" cy="1693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E8ABFF-2E21-3349-89FD-6022682C98CC}"/>
              </a:ext>
            </a:extLst>
          </p:cNvPr>
          <p:cNvSpPr/>
          <p:nvPr/>
        </p:nvSpPr>
        <p:spPr>
          <a:xfrm>
            <a:off x="3115733" y="4182532"/>
            <a:ext cx="1608667" cy="677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“Not Done”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F8FF9AF-0517-C4FB-C08D-C25A3E99D1CF}"/>
              </a:ext>
            </a:extLst>
          </p:cNvPr>
          <p:cNvSpPr/>
          <p:nvPr/>
        </p:nvSpPr>
        <p:spPr>
          <a:xfrm>
            <a:off x="1083734" y="4182532"/>
            <a:ext cx="762001" cy="67733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Btn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A6AA06-B24B-D21C-2F7C-291D98118228}"/>
              </a:ext>
            </a:extLst>
          </p:cNvPr>
          <p:cNvSpPr txBox="1"/>
          <p:nvPr/>
        </p:nvSpPr>
        <p:spPr>
          <a:xfrm>
            <a:off x="2116668" y="5777466"/>
            <a:ext cx="280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15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of the above segments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E9BDFC1-D579-2803-2A4E-BAF4F7997EDA}"/>
              </a:ext>
            </a:extLst>
          </p:cNvPr>
          <p:cNvSpPr/>
          <p:nvPr/>
        </p:nvSpPr>
        <p:spPr>
          <a:xfrm>
            <a:off x="2116668" y="1974333"/>
            <a:ext cx="1151466" cy="36933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Motor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6909CA5-D781-52FA-5B0B-39AF39548031}"/>
              </a:ext>
            </a:extLst>
          </p:cNvPr>
          <p:cNvSpPr/>
          <p:nvPr/>
        </p:nvSpPr>
        <p:spPr>
          <a:xfrm>
            <a:off x="2074335" y="3764000"/>
            <a:ext cx="1151466" cy="36933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Motor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C4FE19-6510-85B8-7D2E-7FCF5A74CAE9}"/>
              </a:ext>
            </a:extLst>
          </p:cNvPr>
          <p:cNvSpPr/>
          <p:nvPr/>
        </p:nvSpPr>
        <p:spPr>
          <a:xfrm>
            <a:off x="-3945465" y="1818304"/>
            <a:ext cx="2416628" cy="83379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Arduino Controller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0F689F0-5081-F015-529E-CC60F55E34B1}"/>
              </a:ext>
            </a:extLst>
          </p:cNvPr>
          <p:cNvCxnSpPr>
            <a:stCxn id="21" idx="2"/>
            <a:endCxn id="23" idx="3"/>
          </p:cNvCxnSpPr>
          <p:nvPr/>
        </p:nvCxnSpPr>
        <p:spPr>
          <a:xfrm flipH="1" flipV="1">
            <a:off x="-1528837" y="2235199"/>
            <a:ext cx="3603172" cy="1713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0EF5FE2-B296-C4AE-5AA8-E1D9F78FB0CE}"/>
              </a:ext>
            </a:extLst>
          </p:cNvPr>
          <p:cNvCxnSpPr>
            <a:cxnSpLocks/>
            <a:stCxn id="18" idx="2"/>
            <a:endCxn id="23" idx="3"/>
          </p:cNvCxnSpPr>
          <p:nvPr/>
        </p:nvCxnSpPr>
        <p:spPr>
          <a:xfrm flipH="1" flipV="1">
            <a:off x="-1528837" y="2235199"/>
            <a:ext cx="2612571" cy="2286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4907D24-D6F4-5823-EFC2-860BF49644B1}"/>
              </a:ext>
            </a:extLst>
          </p:cNvPr>
          <p:cNvCxnSpPr>
            <a:cxnSpLocks/>
            <a:stCxn id="13" idx="2"/>
            <a:endCxn id="23" idx="3"/>
          </p:cNvCxnSpPr>
          <p:nvPr/>
        </p:nvCxnSpPr>
        <p:spPr>
          <a:xfrm flipH="1" flipV="1">
            <a:off x="-1528837" y="2235199"/>
            <a:ext cx="2612571" cy="474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8CE53D-58D8-1945-CEA5-070618F281A4}"/>
              </a:ext>
            </a:extLst>
          </p:cNvPr>
          <p:cNvCxnSpPr>
            <a:cxnSpLocks/>
            <a:stCxn id="19" idx="2"/>
            <a:endCxn id="23" idx="3"/>
          </p:cNvCxnSpPr>
          <p:nvPr/>
        </p:nvCxnSpPr>
        <p:spPr>
          <a:xfrm flipH="1">
            <a:off x="-1528837" y="2159000"/>
            <a:ext cx="3645505" cy="76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28E0A70-7312-315F-AC91-732F76686A45}"/>
              </a:ext>
            </a:extLst>
          </p:cNvPr>
          <p:cNvSpPr/>
          <p:nvPr/>
        </p:nvSpPr>
        <p:spPr>
          <a:xfrm>
            <a:off x="-5401731" y="1818304"/>
            <a:ext cx="956734" cy="83379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ptos" panose="02110004020202020204"/>
              </a:rPr>
              <a:t>ESP32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B934E3-B971-A613-B0C8-0A8F5B9A4C48}"/>
              </a:ext>
            </a:extLst>
          </p:cNvPr>
          <p:cNvCxnSpPr>
            <a:cxnSpLocks/>
            <a:stCxn id="27" idx="3"/>
            <a:endCxn id="23" idx="1"/>
          </p:cNvCxnSpPr>
          <p:nvPr/>
        </p:nvCxnSpPr>
        <p:spPr>
          <a:xfrm>
            <a:off x="-4444997" y="2235199"/>
            <a:ext cx="499532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E66366F-A8D5-18B0-FF43-883F9818128C}"/>
              </a:ext>
            </a:extLst>
          </p:cNvPr>
          <p:cNvCxnSpPr>
            <a:cxnSpLocks/>
            <a:stCxn id="27" idx="2"/>
            <a:endCxn id="40" idx="0"/>
          </p:cNvCxnSpPr>
          <p:nvPr/>
        </p:nvCxnSpPr>
        <p:spPr>
          <a:xfrm>
            <a:off x="-4923364" y="2652094"/>
            <a:ext cx="0" cy="56118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397432BA-3B55-F256-05AE-3E2F6DFF3F03}"/>
              </a:ext>
            </a:extLst>
          </p:cNvPr>
          <p:cNvSpPr/>
          <p:nvPr/>
        </p:nvSpPr>
        <p:spPr>
          <a:xfrm>
            <a:off x="-6131678" y="3213275"/>
            <a:ext cx="2416628" cy="83379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ptos" panose="02110004020202020204"/>
              </a:rPr>
              <a:t>Web Application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132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08B7F2-0052-098C-69C4-B4A71CE10609}"/>
              </a:ext>
            </a:extLst>
          </p:cNvPr>
          <p:cNvSpPr/>
          <p:nvPr/>
        </p:nvSpPr>
        <p:spPr>
          <a:xfrm>
            <a:off x="1227668" y="5367866"/>
            <a:ext cx="1761066" cy="812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Node.js Server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00D2712-75D5-62D6-99A8-98E0DA72AB16}"/>
              </a:ext>
            </a:extLst>
          </p:cNvPr>
          <p:cNvSpPr/>
          <p:nvPr/>
        </p:nvSpPr>
        <p:spPr>
          <a:xfrm>
            <a:off x="1354667" y="457200"/>
            <a:ext cx="1507066" cy="79586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Web User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FFD642-AD8E-9539-C917-143E084430FC}"/>
              </a:ext>
            </a:extLst>
          </p:cNvPr>
          <p:cNvSpPr/>
          <p:nvPr/>
        </p:nvSpPr>
        <p:spPr>
          <a:xfrm>
            <a:off x="1092200" y="3073399"/>
            <a:ext cx="2032000" cy="6265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To-Do list Website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E91158-299E-6AAB-7EFD-7C51026C43B0}"/>
              </a:ext>
            </a:extLst>
          </p:cNvPr>
          <p:cNvSpPr/>
          <p:nvPr/>
        </p:nvSpPr>
        <p:spPr>
          <a:xfrm>
            <a:off x="1100668" y="9533468"/>
            <a:ext cx="2031999" cy="812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Sql</a:t>
            </a:r>
            <a:r>
              <a:rPr lang="en-US" dirty="0"/>
              <a:t> Database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864908-1B40-71FA-2B6D-5AD0D1D9A19A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2108200" y="1253067"/>
            <a:ext cx="0" cy="18203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5B87F2-49E3-600E-3268-CA7B9EDBB3B7}"/>
              </a:ext>
            </a:extLst>
          </p:cNvPr>
          <p:cNvCxnSpPr>
            <a:stCxn id="6" idx="2"/>
            <a:endCxn id="4" idx="0"/>
          </p:cNvCxnSpPr>
          <p:nvPr/>
        </p:nvCxnSpPr>
        <p:spPr>
          <a:xfrm>
            <a:off x="2108200" y="3699932"/>
            <a:ext cx="1" cy="16679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F11FF52-137F-3651-CE40-4539AC4A527A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2108200" y="6180666"/>
            <a:ext cx="8468" cy="12700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7909B2B-4DCF-32B3-B3E5-38B89930146E}"/>
              </a:ext>
            </a:extLst>
          </p:cNvPr>
          <p:cNvSpPr/>
          <p:nvPr/>
        </p:nvSpPr>
        <p:spPr>
          <a:xfrm>
            <a:off x="1100668" y="7450667"/>
            <a:ext cx="2031999" cy="812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 Controller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B1FDC8-9C26-AD4C-B08B-8606D3D3DD0F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>
            <a:off x="2116668" y="8263467"/>
            <a:ext cx="0" cy="12700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B6D6608-1B4F-7F01-4196-CDD263D9F8BA}"/>
              </a:ext>
            </a:extLst>
          </p:cNvPr>
          <p:cNvSpPr/>
          <p:nvPr/>
        </p:nvSpPr>
        <p:spPr>
          <a:xfrm>
            <a:off x="4741334" y="7467600"/>
            <a:ext cx="1507066" cy="79586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Web User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BC38C3-39D6-66D2-F3B1-AA5AE7F86F20}"/>
              </a:ext>
            </a:extLst>
          </p:cNvPr>
          <p:cNvCxnSpPr>
            <a:stCxn id="2" idx="3"/>
            <a:endCxn id="15" idx="2"/>
          </p:cNvCxnSpPr>
          <p:nvPr/>
        </p:nvCxnSpPr>
        <p:spPr>
          <a:xfrm>
            <a:off x="3132667" y="7857067"/>
            <a:ext cx="1608667" cy="84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802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40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Playforth, Mitchell L.</dc:creator>
  <cp:lastModifiedBy>Playforth, Mitchell L.</cp:lastModifiedBy>
  <cp:revision>13</cp:revision>
  <dcterms:created xsi:type="dcterms:W3CDTF">2026-01-15T22:30:35Z</dcterms:created>
  <dcterms:modified xsi:type="dcterms:W3CDTF">2026-02-11T19:28:30Z</dcterms:modified>
</cp:coreProperties>
</file>